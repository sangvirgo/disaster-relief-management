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658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6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/  ĐỒ ÁN 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2984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901952"/>
            <a:ext cx="6537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bối cảnh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yêu cầu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0156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E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đầu tập trung hiểu nhu cầu cứu trợ, xác định phạm vi và tạo nền cho SRS, use case, ERD.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7959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ứng phó khẩn cấp và cứu trợ thiên tai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52360" y="2423160"/>
            <a:ext cx="1234440" cy="1389888"/>
          </a:xfrm>
          <a:prstGeom prst="roundRect">
            <a:avLst>
              <a:gd name="adj" fmla="val 8889"/>
            </a:avLst>
          </a:prstGeom>
          <a:solidFill>
            <a:srgbClr val="1B4658"/>
          </a:solidFill>
          <a:ln w="6350">
            <a:solidFill>
              <a:srgbClr val="1B46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27848" y="2642616"/>
            <a:ext cx="274320" cy="274320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25512" y="3081528"/>
            <a:ext cx="1088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3127248"/>
            <a:ext cx="320040" cy="0"/>
          </a:xfrm>
          <a:prstGeom prst="line">
            <a:avLst/>
          </a:prstGeom>
          <a:noFill/>
          <a:ln w="25400">
            <a:solidFill>
              <a:srgbClr val="77CF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06840" y="2423160"/>
            <a:ext cx="1234440" cy="1389888"/>
          </a:xfrm>
          <a:prstGeom prst="roundRect">
            <a:avLst>
              <a:gd name="adj" fmla="val 8889"/>
            </a:avLst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82328" y="2642616"/>
            <a:ext cx="274320" cy="274320"/>
          </a:xfrm>
          <a:prstGeom prst="ellipse">
            <a:avLst/>
          </a:prstGeom>
          <a:solidFill>
            <a:srgbClr val="7ED7C8"/>
          </a:solidFill>
          <a:ln w="6350">
            <a:solidFill>
              <a:srgbClr val="7ED7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9992" y="3081528"/>
            <a:ext cx="1088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41280" y="3127248"/>
            <a:ext cx="320040" cy="0"/>
          </a:xfrm>
          <a:prstGeom prst="line">
            <a:avLst/>
          </a:prstGeom>
          <a:noFill/>
          <a:ln w="25400">
            <a:solidFill>
              <a:srgbClr val="77CF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61320" y="2423160"/>
            <a:ext cx="1234440" cy="1389888"/>
          </a:xfrm>
          <a:prstGeom prst="roundRect">
            <a:avLst>
              <a:gd name="adj" fmla="val 8889"/>
            </a:avLst>
          </a:prstGeom>
          <a:solidFill>
            <a:srgbClr val="1B4658"/>
          </a:solidFill>
          <a:ln w="6350">
            <a:solidFill>
              <a:srgbClr val="1B46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36808" y="2642616"/>
            <a:ext cx="274320" cy="274320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34472" y="3081528"/>
            <a:ext cx="1088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41605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→  THIẾT KẾ  →  PHỐI HỢP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46177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 là kế hoạch và đầu ra dự kiến.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931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347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TUẦN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0408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toán: thông tin phân tán, phối hợp chậm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3533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hướng tới một luồng thông tin chung từ tiếp nhận yêu cầu đến theo dõi hỗ trợ.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1938528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48840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10312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Thách thức hiện tại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2596896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Thông tin cứu trợ đến từ nhiều kênh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Khó xác minh và theo dõi yêu cầu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Nguồn lực, đội cứu hộ và tiến độ thiếu liên kết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938528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3368" y="2148840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hệ thống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596896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Tiếp nhận SOS kèm vị trí và bằng chứng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Hỗ trợ điều phối viên xác minh, phân công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Theo dõi nhiệm vụ và phân phối cứu trợ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6966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NGHIỆP VỤ CỐT LÕI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4544568"/>
            <a:ext cx="25420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745736"/>
            <a:ext cx="329184" cy="32918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745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43584" y="46817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nhận SOS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182112" y="5093208"/>
            <a:ext cx="27432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02152" y="4544568"/>
            <a:ext cx="2542032" cy="1097280"/>
          </a:xfrm>
          <a:prstGeom prst="roundRect">
            <a:avLst>
              <a:gd name="adj" fmla="val 10000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4745736"/>
            <a:ext cx="329184" cy="32918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85032" y="4745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123944" y="46817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62472" y="5093208"/>
            <a:ext cx="27432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2512" y="4544568"/>
            <a:ext cx="25420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4745736"/>
            <a:ext cx="329184" cy="32918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65392" y="4745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004304" y="46817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công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42832" y="5093208"/>
            <a:ext cx="27432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2872" y="4544568"/>
            <a:ext cx="2542032" cy="1097280"/>
          </a:xfrm>
          <a:prstGeom prst="roundRect">
            <a:avLst>
              <a:gd name="adj" fmla="val 10000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45752" y="4745736"/>
            <a:ext cx="329184" cy="32918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45752" y="4745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84664" y="46817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kết quả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931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347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TUẦN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0408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nhóm người dùng, năm góc nhìn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17373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dân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231136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SOS, chia sẻ vị trí, theo dõi xử lý.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1572768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783080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73752" y="17373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Tình nguyện / cứu hộ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2231136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nhiệm vụ, cập nhật tiến độ, gửi bằng chứng.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11312" y="1572768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783080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68512" y="17373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 viên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2231136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minh, ưu tiên thủ công, phân công và theo dõi.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14600" y="3703320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15768" y="391363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386791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vận hành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436168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kho, phương tiện, điểm cứu trợ và chiến dịch.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703320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3913632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386791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viên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36168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tài khoản, quyền và thống kê vận hành.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70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quyền và phạm vi dữ liệu cần được xác định theo từng vai trò.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931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347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TUẦN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0408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yêu cầu để truy vết được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600200"/>
            <a:ext cx="3456432" cy="2743200"/>
          </a:xfrm>
          <a:prstGeom prst="roundRect">
            <a:avLst>
              <a:gd name="adj" fmla="val 4000"/>
            </a:avLst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185623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871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người dùng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063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dân gửi yêu cầu; đội cứu hộ theo dõi nhiệm vụ; điều phối viên giám sát bản đồ.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16552" y="1600200"/>
            <a:ext cx="3456432" cy="2743200"/>
          </a:xfrm>
          <a:prstGeom prst="roundRect">
            <a:avLst>
              <a:gd name="adj" fmla="val 4000"/>
            </a:avLst>
          </a:prstGeom>
          <a:solidFill>
            <a:srgbClr val="FCEDE5"/>
          </a:solidFill>
          <a:ln w="6350">
            <a:solidFill>
              <a:srgbClr val="FCED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72584" y="185623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7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4871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hệ thống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3063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và phân quyền; tạo SOS; xác minh, phân công; cập nhật nhiệm vụ và nguồn lực.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11312" y="1600200"/>
            <a:ext cx="3456432" cy="2743200"/>
          </a:xfrm>
          <a:prstGeom prst="roundRect">
            <a:avLst>
              <a:gd name="adj" fmla="val 4000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67344" y="185623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24871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cần làm rõ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3063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dùng trong tình huống khẩn cấp; an toàn; có truy vết; xác lập ngưỡng đo cụ thể.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 VẾT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4617720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47672" y="477316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bài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19272" y="4992624"/>
            <a:ext cx="41148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4617720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13632" y="477316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85232" y="4992624"/>
            <a:ext cx="41148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4617720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79592" y="477316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51192" y="4992624"/>
            <a:ext cx="41148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4617720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45552" y="477316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217152" y="4992624"/>
            <a:ext cx="41148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38360" y="4617720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123047"/>
          </a:solidFill>
          <a:ln w="6350">
            <a:solidFill>
              <a:srgbClr val="12304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11512" y="477316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nguyên mã UR / FR / UC / TC khi chuyển từ tài liệu sang thiết kế và kiểm thử.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931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347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TUẦN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0408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 dự kiến cuối tuần 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5448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64792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171907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nháp SRS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2128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vi, tác nhân, UR / FR / NFR và giả định ban đầu.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E8F0F5"/>
          </a:solidFill>
          <a:ln w="6350">
            <a:solidFill>
              <a:srgbClr val="E8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1764792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71907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&amp; quy tắc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1284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SOS, xác minh, phân công và cập nhật tiến độ.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" y="3493008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E8F5EF"/>
          </a:solidFill>
          <a:ln w="6350">
            <a:solidFill>
              <a:srgbClr val="E8F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703320"/>
            <a:ext cx="146304" cy="14630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8992" y="365760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ban đầu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thể và quan hệ chính; chi tiết sẽ được hiệu chỉnh sau khi chốt workflow.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493008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CEDE5"/>
          </a:solidFill>
          <a:ln w="6350">
            <a:solidFill>
              <a:srgbClr val="FCED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703320"/>
            <a:ext cx="146304" cy="146304"/>
          </a:xfrm>
          <a:prstGeom prst="ellipse">
            <a:avLst/>
          </a:prstGeom>
          <a:solidFill>
            <a:srgbClr val="E77948"/>
          </a:solidFill>
          <a:ln w="6350">
            <a:solidFill>
              <a:srgbClr val="E779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65760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cần xác minh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15137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9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ưu tiên, chống trùng, GPS, quyền truy cập và tiêu chí nghiệm thu.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62356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danh sách đầu ra dự kiến; ghi nhận kết quả thực tế sau khi nhóm rà soát.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C48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C48 — Tuần 1: Từ bối cảnh đến yêu cầu</dc:title>
  <dc:subject>Kế hoạch tuần 1 — Hệ thống quản lý ứng phó khẩn cấp và cứu trợ thiên tai</dc:subject>
  <dc:creator>C48</dc:creator>
  <cp:lastModifiedBy>C48</cp:lastModifiedBy>
  <cp:revision>1</cp:revision>
  <dcterms:created xsi:type="dcterms:W3CDTF">2026-10-05T11:27:45Z</dcterms:created>
  <dcterms:modified xsi:type="dcterms:W3CDTF">2026-10-05T11:27:45Z</dcterms:modified>
</cp:coreProperties>
</file>