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658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6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/  ĐỒ ÁN 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2984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901952"/>
            <a:ext cx="6537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sẵn sàng phát triển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0156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E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hai chuyển yêu cầu thành kiến trúc, wireframe và hợp đồng kỹ thuật có thể rà soát.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7959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ứng phó khẩn cấp và cứu trợ thiên tai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52360" y="2423160"/>
            <a:ext cx="1234440" cy="1389888"/>
          </a:xfrm>
          <a:prstGeom prst="roundRect">
            <a:avLst>
              <a:gd name="adj" fmla="val 8889"/>
            </a:avLst>
          </a:prstGeom>
          <a:solidFill>
            <a:srgbClr val="1B4658"/>
          </a:solidFill>
          <a:ln w="6350">
            <a:solidFill>
              <a:srgbClr val="1B46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27848" y="2642616"/>
            <a:ext cx="274320" cy="274320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25512" y="3081528"/>
            <a:ext cx="1088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3127248"/>
            <a:ext cx="320040" cy="0"/>
          </a:xfrm>
          <a:prstGeom prst="line">
            <a:avLst/>
          </a:prstGeom>
          <a:noFill/>
          <a:ln w="25400">
            <a:solidFill>
              <a:srgbClr val="77CF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06840" y="2423160"/>
            <a:ext cx="1234440" cy="1389888"/>
          </a:xfrm>
          <a:prstGeom prst="roundRect">
            <a:avLst>
              <a:gd name="adj" fmla="val 8889"/>
            </a:avLst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82328" y="2642616"/>
            <a:ext cx="274320" cy="274320"/>
          </a:xfrm>
          <a:prstGeom prst="ellipse">
            <a:avLst/>
          </a:prstGeom>
          <a:solidFill>
            <a:srgbClr val="7ED7C8"/>
          </a:solidFill>
          <a:ln w="6350">
            <a:solidFill>
              <a:srgbClr val="7ED7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9992" y="3081528"/>
            <a:ext cx="1088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41280" y="3127248"/>
            <a:ext cx="320040" cy="0"/>
          </a:xfrm>
          <a:prstGeom prst="line">
            <a:avLst/>
          </a:prstGeom>
          <a:noFill/>
          <a:ln w="25400">
            <a:solidFill>
              <a:srgbClr val="77CF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61320" y="2423160"/>
            <a:ext cx="1234440" cy="1389888"/>
          </a:xfrm>
          <a:prstGeom prst="roundRect">
            <a:avLst>
              <a:gd name="adj" fmla="val 8889"/>
            </a:avLst>
          </a:prstGeom>
          <a:solidFill>
            <a:srgbClr val="1B4658"/>
          </a:solidFill>
          <a:ln w="6350">
            <a:solidFill>
              <a:srgbClr val="1B46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36808" y="2642616"/>
            <a:ext cx="274320" cy="274320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34472" y="3081528"/>
            <a:ext cx="1088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ĐỒNG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41605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→  THIẾT KẾ  →  PHỐI HỢP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46177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 là kế hoạch và đầu ra dự kiến.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931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347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TUẦN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0408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chia theo quyền sở hữu dữ liệu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36245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và Mobile gọi API; ba dịch vụ giữ ranh giới dữ liệu riêng.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1856232"/>
            <a:ext cx="224028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2066544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2020824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514600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 · quản lý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172968"/>
            <a:ext cx="224028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3383280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33375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3831336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dân · cứu hộ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2523744"/>
            <a:ext cx="1508760" cy="868680"/>
          </a:xfrm>
          <a:prstGeom prst="roundRect">
            <a:avLst>
              <a:gd name="adj" fmla="val 12632"/>
            </a:avLst>
          </a:prstGeom>
          <a:solidFill>
            <a:srgbClr val="123047"/>
          </a:solidFill>
          <a:ln w="6350">
            <a:solidFill>
              <a:srgbClr val="1230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04488" y="2633472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JSON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07792" y="2313432"/>
            <a:ext cx="777240" cy="429768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3630168"/>
            <a:ext cx="777240" cy="-493776"/>
          </a:xfrm>
          <a:prstGeom prst="line">
            <a:avLst/>
          </a:prstGeom>
          <a:noFill/>
          <a:ln w="25400">
            <a:solidFill>
              <a:srgbClr val="E779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21808" y="2953512"/>
            <a:ext cx="1179576" cy="-932688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1627632"/>
            <a:ext cx="2057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39128" y="17373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39128" y="207568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 · phiên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14232" y="2020824"/>
            <a:ext cx="566928" cy="0"/>
          </a:xfrm>
          <a:prstGeom prst="line">
            <a:avLst/>
          </a:prstGeom>
          <a:noFill/>
          <a:ln w="25400">
            <a:solidFill>
              <a:srgbClr val="58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1700784"/>
            <a:ext cx="1965960" cy="640080"/>
          </a:xfrm>
          <a:prstGeom prst="roundRect">
            <a:avLst>
              <a:gd name="adj" fmla="val 17143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64040" y="186537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DB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21808" y="2953512"/>
            <a:ext cx="1179576" cy="256032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2816352"/>
            <a:ext cx="2057400" cy="804672"/>
          </a:xfrm>
          <a:prstGeom prst="roundRect">
            <a:avLst>
              <a:gd name="adj" fmla="val 13636"/>
            </a:avLst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39128" y="292608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39128" y="326440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· nhiệm vụ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714232" y="3209544"/>
            <a:ext cx="566928" cy="0"/>
          </a:xfrm>
          <a:prstGeom prst="line">
            <a:avLst/>
          </a:prstGeom>
          <a:noFill/>
          <a:ln w="25400">
            <a:solidFill>
              <a:srgbClr val="587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72600" y="2889504"/>
            <a:ext cx="1965960" cy="640080"/>
          </a:xfrm>
          <a:prstGeom prst="roundRect">
            <a:avLst>
              <a:gd name="adj" fmla="val 17143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305409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21808" y="2953512"/>
            <a:ext cx="1179576" cy="1444752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4005072"/>
            <a:ext cx="2057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39128" y="411480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739128" y="44531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 · phân phối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714232" y="4398264"/>
            <a:ext cx="566928" cy="0"/>
          </a:xfrm>
          <a:prstGeom prst="line">
            <a:avLst/>
          </a:prstGeom>
          <a:noFill/>
          <a:ln w="25400">
            <a:solidFill>
              <a:srgbClr val="5870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72600" y="4078224"/>
            <a:ext cx="1965960" cy="640080"/>
          </a:xfrm>
          <a:prstGeom prst="roundRect">
            <a:avLst>
              <a:gd name="adj" fmla="val 17143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64040" y="424281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DB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5800" y="5230368"/>
            <a:ext cx="10744200" cy="566928"/>
          </a:xfrm>
          <a:prstGeom prst="roundRect">
            <a:avLst>
              <a:gd name="adj" fmla="val 19355"/>
            </a:avLst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5367528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dịch vụ sở hữu DB và migration riêng; không truy vấn SQL trực tiếp xuyên dịch vụ.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931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347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TUẦN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0408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Ngăn xếp công nghệ theo kế hoạch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5257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173736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231136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+ TypeScript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 cho truy cập dữ liệu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572768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1783080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73736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bản đồ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3113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PostGIS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địa lý và truy vấn không gian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" y="3529584"/>
            <a:ext cx="5257800" cy="1627632"/>
          </a:xfrm>
          <a:prstGeom prst="roundRect">
            <a:avLst>
              <a:gd name="adj" fmla="val 6742"/>
            </a:avLst>
          </a:prstGeom>
          <a:solidFill>
            <a:srgbClr val="E8F5EF"/>
          </a:solidFill>
          <a:ln w="6350">
            <a:solidFill>
              <a:srgbClr val="E8F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739896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8992" y="369417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khách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4187952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Web: React + Vite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Mobile: React Native + Expo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529584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CEDE5"/>
          </a:solidFill>
          <a:ln w="6350">
            <a:solidFill>
              <a:srgbClr val="FCED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739896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694176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&amp; AI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18795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AIStor Free: kho lab một nút, cần kiểm tra điều khoản trước khi dùng.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là tùy chọn; không tự ưu tiên hay điều động.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6418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lựa chọn công nghệ là quyết định thiết kế trong plan, không phải yêu cầu gốc của đề bài.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931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347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TUẦN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0408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trải nghiệm theo vai trò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627632"/>
            <a:ext cx="3337560" cy="3337560"/>
          </a:xfrm>
          <a:prstGeom prst="roundRect">
            <a:avLst>
              <a:gd name="adj" fmla="val 3288"/>
            </a:avLst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1847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dân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96112" y="2551176"/>
            <a:ext cx="256032" cy="25603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35024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SOS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vị trí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3300984"/>
            <a:ext cx="256032" cy="25603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3236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yêu cầu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4050792"/>
            <a:ext cx="256032" cy="25603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335024" y="3986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16552" y="1627632"/>
            <a:ext cx="3337560" cy="3337560"/>
          </a:xfrm>
          <a:prstGeom prst="roundRect">
            <a:avLst>
              <a:gd name="adj" fmla="val 3288"/>
            </a:avLst>
          </a:prstGeom>
          <a:solidFill>
            <a:srgbClr val="FCEDE5"/>
          </a:solidFill>
          <a:ln w="6350">
            <a:solidFill>
              <a:srgbClr val="FCED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45152" y="1847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 viên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690872" y="2551176"/>
            <a:ext cx="256032" cy="256032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90872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129784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hàng đợi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90872" y="3300984"/>
            <a:ext cx="256032" cy="256032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90872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129784" y="3236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thủ công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90872" y="4050792"/>
            <a:ext cx="256032" cy="256032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90872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29784" y="3986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công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cứu hộ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11312" y="1627632"/>
            <a:ext cx="3337560" cy="3337560"/>
          </a:xfrm>
          <a:prstGeom prst="roundRect">
            <a:avLst>
              <a:gd name="adj" fmla="val 3288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39912" y="1847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cứu hộ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8485632" y="2551176"/>
            <a:ext cx="256032" cy="25603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85632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924544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nhiệm vụ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85632" y="3300984"/>
            <a:ext cx="256032" cy="25603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85632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924544" y="3236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độ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485632" y="4050792"/>
            <a:ext cx="256032" cy="25603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85632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924544" y="3986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kết quả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bằng chứng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8368" y="5285232"/>
            <a:ext cx="10789920" cy="621792"/>
          </a:xfrm>
          <a:prstGeom prst="roundRect">
            <a:avLst>
              <a:gd name="adj" fmla="val 17647"/>
            </a:avLst>
          </a:prstGeom>
          <a:solidFill>
            <a:srgbClr val="123047"/>
          </a:solidFill>
          <a:ln w="6350">
            <a:solidFill>
              <a:srgbClr val="12304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4406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Mất mạng: bản nháp ngoại tuyến chưa được báo là đã gửi; chỉ xác nhận sau phản hồi máy chủ.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931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347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TUẦN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0408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sẵn sàng trước khi vào tuần phát triển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801368"/>
            <a:ext cx="457200" cy="45720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20370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Web và luồng SOS Mobile; danh sách nội dung tiếng Việt.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572768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CEDE5"/>
          </a:solidFill>
          <a:ln w="6350">
            <a:solidFill>
              <a:srgbClr val="FCED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1801368"/>
            <a:ext cx="457200" cy="457200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013448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13448" y="220370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OpenAPI cho các lát backend 1–4.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3273552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E8F5EF"/>
          </a:solidFill>
          <a:ln w="6350">
            <a:solidFill>
              <a:srgbClr val="E8F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3502152"/>
            <a:ext cx="457200" cy="45720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438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Môi trường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0448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 cách chạy lặp lại được; tách cấu hình theo dịch vụ.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273552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3502152"/>
            <a:ext cx="457200" cy="457200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251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13448" y="3438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Bằng chứng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390448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nháp; bắt đầu khảo sát/phỏng vấn; ghi nhận câu hỏi còn mở.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5303520"/>
            <a:ext cx="10789920" cy="612648"/>
          </a:xfrm>
          <a:prstGeom prst="roundRect">
            <a:avLst>
              <a:gd name="adj" fmla="val 17910"/>
            </a:avLst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458968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 theo plan: SRS nháp, hợp đồng đã rà soát, bằng chứng khảo sát bắt đầu.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C48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C48 — Tuần 2: Thiết kế hệ thống và sẵn sàng phát triển</dc:title>
  <dc:subject>Kế hoạch tuần 2 — Hệ thống quản lý ứng phó khẩn cấp và cứu trợ thiên tai</dc:subject>
  <dc:creator>C48</dc:creator>
  <cp:lastModifiedBy>C48</cp:lastModifiedBy>
  <cp:revision>1</cp:revision>
  <dcterms:created xsi:type="dcterms:W3CDTF">2026-10-05T11:27:45Z</dcterms:created>
  <dcterms:modified xsi:type="dcterms:W3CDTF">2026-10-05T11:27:45Z</dcterms:modified>
</cp:coreProperties>
</file>